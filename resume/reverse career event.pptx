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5AA5-F7AF-B328-332F-8C48B4947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290CC-C65A-A25F-700F-69F71D2FB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22EB5-BD7E-3B8D-35B3-541AF685B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74DC6-D639-514D-C352-C150E5AF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C3B96-0DC8-9798-3B7F-92164B67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9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A442-24B2-22B0-9833-615AD723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C57AD-7717-7854-859C-C48759B9B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B4B58-CE73-4D34-5538-4EE496A6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75AC-0175-EF4A-AE4D-64056887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A6D51-DBA1-02AA-A6D4-D1ED7949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C5CA-70E7-A965-DBB3-C4FDB9371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219CB-864D-C164-2758-F09A2AC8D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28BD6-6371-83BC-AAB3-EC8F5D24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C8408-3489-6D90-75B4-37CCE64B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83334-472E-0405-F2A6-6AFEF980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9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6939-3CA4-5379-DD17-4F7770EC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8608F-E086-EBC2-8E9E-E7F590490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FE8E4-2EA9-64BC-E089-B8D636737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1112D-7049-0F04-FD3A-A22DB065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056D7-F659-C454-D5BB-C88B0FDB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117AA-DC28-969F-E2D3-B3928FF44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71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7176-1E25-27D8-84AF-3D7F2F55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36B9-0527-9A7C-DC7B-3D782367B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9E1A5-3338-15C2-DE77-803D500DB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E2AD1-8EBF-A90C-E08F-611B14AC5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4FA4A-18FB-5A5E-C588-D5DD1F6E5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868D6-E7BC-F141-7EA3-94779CE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1A31B-8C5D-49A8-9CA1-ABCD79857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BF00D-4523-8C65-89CD-F6145533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9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EE6B-C956-B2A5-C1A3-0BCA1BE6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5C41F7-9FCF-7394-4CE8-4CB3485B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AB5A3-7A47-BDD9-2E40-1040656B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1AC38-706D-1383-63CA-2BEAE9B3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C8422-D41F-7590-18F9-5346E043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AFE372-D418-1DCD-C14D-C0232C8D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C0F30-1925-3124-F306-83830DCD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2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81CE-928C-E512-B7AD-F0408CC2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5D58B-C93F-1E6B-6513-EFE3D1205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BE1EE-296B-8041-B823-3F95423EF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9901B-9AE9-0984-36F2-7625A327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EEC73-301A-5ABA-7A41-92E26F5A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CDE92-8677-FF0D-408D-8DF6D8F2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1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C3C39-BFA0-47B8-F4B8-E703A18F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EE8D1C-6164-3586-1A95-DDDD7B6D2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8D627-1DE1-9FCC-0164-7663A267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7068E-AC8A-8D58-9E03-20DD1E7C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82D96-B352-25FB-2876-0BB0CAD5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E88CA-8154-788E-D894-617AC85D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8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3493-81F3-C5E7-A32A-F737FFAC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2726A-D3B7-70C3-BC1B-96DFE1383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B652C-190E-2420-59DD-A0CA93F5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7CD09-0030-5116-1C3E-03884949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0F058-1C56-5516-A780-8834DF9D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7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B99762-C982-ABA9-1EC1-1F2C31F60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3442D-5EC3-7935-8F11-D66EBA128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36F43-F272-DD11-8384-31E7F13D4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FAF8E-B2FB-9EC2-68C0-14E89E94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C2761-C9E5-6FAA-597F-8950D653D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9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88837C-59C2-5C14-1C53-B328336C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15B10-D93E-1711-0EB4-B62AB6A1E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55F7B-1363-6DE1-7655-CC66FB085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C7D8E-D55A-41E9-AA5C-E04E6B6A35B7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BA8E7-AD71-83BD-C803-7779B66AE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03975-25AE-6617-081A-0B4338775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CD6BD-CA8B-421C-96F2-C0C5E61B2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2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50A41D-3279-443C-3BA8-61C9119F0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8" b="5518"/>
          <a:stretch/>
        </p:blipFill>
        <p:spPr bwMode="auto">
          <a:xfrm>
            <a:off x="6281526" y="1792442"/>
            <a:ext cx="5565923" cy="295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5F00B6-3931-78D1-676C-A462830DBF33}"/>
              </a:ext>
            </a:extLst>
          </p:cNvPr>
          <p:cNvSpPr txBox="1"/>
          <p:nvPr/>
        </p:nvSpPr>
        <p:spPr>
          <a:xfrm>
            <a:off x="6173088" y="5263852"/>
            <a:ext cx="5411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solidFill>
                  <a:srgbClr val="333333"/>
                </a:solidFill>
                <a:effectLst/>
                <a:latin typeface="HelveticaNeue Regular"/>
              </a:rPr>
              <a:t>3D-RadViz: Three Dimensional Radial Visualization for Large-Scale Data Visualization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F7E2A2-C8B4-AF67-098B-24DA03811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Data Science Skills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90D19E-E2FB-5B62-EA3A-D827FFFC9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130" y="4376935"/>
            <a:ext cx="2115940" cy="21159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763BD76-AB90-A1C2-E964-5C763A77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algn="l"/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Participated in the developing data visualization method (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RadViz-plotly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 published as a conference paper and as an open-source python package.</a:t>
            </a:r>
          </a:p>
          <a:p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Around 1 year experience working in 2U as a TA for data Analytics Boot Camp. </a:t>
            </a:r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6D1B88-83B1-C726-2A5F-82FD8177404E}"/>
              </a:ext>
            </a:extLst>
          </p:cNvPr>
          <p:cNvSpPr txBox="1"/>
          <p:nvPr/>
        </p:nvSpPr>
        <p:spPr>
          <a:xfrm>
            <a:off x="8001001" y="4742556"/>
            <a:ext cx="212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HelveticaNeue Regular"/>
              </a:rPr>
              <a:t>RadViz-plotly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631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6000">
        <p14:reveal/>
      </p:transition>
    </mc:Choice>
    <mc:Fallback>
      <p:transition spd="slow" advClick="0" advTm="6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B40F-B93A-FF85-F92A-46CE7A23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29" y="375065"/>
            <a:ext cx="11039061" cy="1325563"/>
          </a:xfrm>
        </p:spPr>
        <p:txBody>
          <a:bodyPr/>
          <a:lstStyle/>
          <a:p>
            <a:r>
              <a:rPr lang="en-US" dirty="0"/>
              <a:t>Entrepreneurship skills augmented by R&amp;D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3B66D-EA27-6ACA-A513-C569F601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917700"/>
            <a:ext cx="7431157" cy="4351338"/>
          </a:xfrm>
        </p:spPr>
        <p:txBody>
          <a:bodyPr/>
          <a:lstStyle/>
          <a:p>
            <a:r>
              <a:rPr lang="en-US" dirty="0"/>
              <a:t>3+ years of leadership at </a:t>
            </a:r>
            <a:r>
              <a:rPr lang="en-US" dirty="0" err="1"/>
              <a:t>Tamra</a:t>
            </a:r>
            <a:r>
              <a:rPr lang="en-US" dirty="0"/>
              <a:t> IoT. </a:t>
            </a:r>
            <a:r>
              <a:rPr lang="en-US" dirty="0" err="1"/>
              <a:t>Tamra</a:t>
            </a:r>
            <a:r>
              <a:rPr lang="en-US" dirty="0"/>
              <a:t> IoT won a seed fund in </a:t>
            </a:r>
            <a:r>
              <a:rPr lang="en-US" dirty="0" err="1"/>
              <a:t>InnoEgypt</a:t>
            </a:r>
            <a:r>
              <a:rPr lang="en-US" dirty="0"/>
              <a:t> program at the ICT track.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Participated in the developing a unified interface for the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IoT devices,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published as a conference paper and as an open-source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C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++ package.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44BD1-5498-100F-A491-4E0250C00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194" y="4590000"/>
            <a:ext cx="2112264" cy="2112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70D19B-9AC3-8D0A-C7A2-D293D45A2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270" y="2306540"/>
            <a:ext cx="3728720" cy="3728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3326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6000">
        <p14:reveal/>
      </p:transition>
    </mc:Choice>
    <mc:Fallback>
      <p:transition spd="slow" advClick="0" advTm="6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BB44-E3AA-BF31-CDAD-ACCF9E11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Vehicle </a:t>
            </a:r>
            <a:r>
              <a:rPr lang="en-US" dirty="0" err="1"/>
              <a:t>experince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8050C-C4C4-B2ED-FA17-9C1173602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+5 months research associated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Participated in the developing Software Defined Vehicle (SDV) course, under review.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Participated in building SDV stack for Collecting real-time vehicle data based on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avaialable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open-sources platforms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2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6000">
        <p14:reveal/>
      </p:transition>
    </mc:Choice>
    <mc:Fallback>
      <p:transition spd="slow" advClick="0" advTm="6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7A14-1F21-AA9E-7352-59D9773E3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EC3BB-04A0-D42F-1FA8-765D4D0C8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7+ years as a Research/Teaching Assistant </a:t>
            </a:r>
          </a:p>
          <a:p>
            <a:r>
              <a:rPr lang="en-US" dirty="0"/>
              <a:t>Working on introducing </a:t>
            </a:r>
            <a:r>
              <a:rPr lang="en-US" dirty="0" err="1"/>
              <a:t>SensorsConnect</a:t>
            </a:r>
            <a:r>
              <a:rPr lang="en-US" dirty="0"/>
              <a:t>: a search engine for real-time sensing data.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084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6000">
        <p14:reveal/>
      </p:transition>
    </mc:Choice>
    <mc:Fallback>
      <p:transition spd="slow" advClick="0" advTm="6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171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HelveticaNeue Regular</vt:lpstr>
      <vt:lpstr>Office Theme</vt:lpstr>
      <vt:lpstr>Data Science Skills</vt:lpstr>
      <vt:lpstr>Entrepreneurship skills augmented by R&amp;D skills</vt:lpstr>
      <vt:lpstr>Autonomous Vehicle experince</vt:lpstr>
      <vt:lpstr>Research skills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a.elewah@bhit.bu.edu.eg</dc:creator>
  <cp:lastModifiedBy>a.elewah@bhit.bu.edu.eg</cp:lastModifiedBy>
  <cp:revision>6</cp:revision>
  <dcterms:created xsi:type="dcterms:W3CDTF">2023-10-04T15:35:21Z</dcterms:created>
  <dcterms:modified xsi:type="dcterms:W3CDTF">2023-10-04T19:30:27Z</dcterms:modified>
</cp:coreProperties>
</file>